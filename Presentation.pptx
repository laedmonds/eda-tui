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0D512-EB9C-5B4C-A671-CE0141D6DBAD}" v="128" dt="2026-04-29T00:47:27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t, Brennan, E. CDT (EDU)" userId="976121be-3fdb-481b-bd53-af978448beb2" providerId="ADAL" clId="{630E5EF7-4E0E-4B25-899C-BF5C2FFB5156}"/>
    <pc:docChg chg="custSel modSld">
      <pc:chgData name="Holt, Brennan, E. CDT (EDU)" userId="976121be-3fdb-481b-bd53-af978448beb2" providerId="ADAL" clId="{630E5EF7-4E0E-4B25-899C-BF5C2FFB5156}" dt="2026-04-29T02:51:03.514" v="16" actId="20577"/>
      <pc:docMkLst>
        <pc:docMk/>
      </pc:docMkLst>
      <pc:sldChg chg="addSp delSp modSp mod">
        <pc:chgData name="Holt, Brennan, E. CDT (EDU)" userId="976121be-3fdb-481b-bd53-af978448beb2" providerId="ADAL" clId="{630E5EF7-4E0E-4B25-899C-BF5C2FFB5156}" dt="2026-04-29T02:51:03.514" v="16" actId="20577"/>
        <pc:sldMkLst>
          <pc:docMk/>
          <pc:sldMk cId="2478767959" sldId="256"/>
        </pc:sldMkLst>
        <pc:spChg chg="mod">
          <ac:chgData name="Holt, Brennan, E. CDT (EDU)" userId="976121be-3fdb-481b-bd53-af978448beb2" providerId="ADAL" clId="{630E5EF7-4E0E-4B25-899C-BF5C2FFB5156}" dt="2026-04-29T02:51:03.514" v="16" actId="20577"/>
          <ac:spMkLst>
            <pc:docMk/>
            <pc:sldMk cId="2478767959" sldId="256"/>
            <ac:spMk id="7" creationId="{0E4BC430-9E0A-0933-82A8-DC431303C8DE}"/>
          </ac:spMkLst>
        </pc:spChg>
        <pc:picChg chg="del">
          <ac:chgData name="Holt, Brennan, E. CDT (EDU)" userId="976121be-3fdb-481b-bd53-af978448beb2" providerId="ADAL" clId="{630E5EF7-4E0E-4B25-899C-BF5C2FFB5156}" dt="2026-04-29T02:44:10.339" v="11" actId="478"/>
          <ac:picMkLst>
            <pc:docMk/>
            <pc:sldMk cId="2478767959" sldId="256"/>
            <ac:picMk id="11" creationId="{C6242609-08D3-2AB7-FEE1-232BB9D52C2B}"/>
          </ac:picMkLst>
        </pc:picChg>
        <pc:picChg chg="del">
          <ac:chgData name="Holt, Brennan, E. CDT (EDU)" userId="976121be-3fdb-481b-bd53-af978448beb2" providerId="ADAL" clId="{630E5EF7-4E0E-4B25-899C-BF5C2FFB5156}" dt="2026-04-29T02:43:03.863" v="2" actId="478"/>
          <ac:picMkLst>
            <pc:docMk/>
            <pc:sldMk cId="2478767959" sldId="256"/>
            <ac:picMk id="13" creationId="{436B437C-3B03-B310-D4D2-71EC7C8521FF}"/>
          </ac:picMkLst>
        </pc:picChg>
        <pc:picChg chg="del">
          <ac:chgData name="Holt, Brennan, E. CDT (EDU)" userId="976121be-3fdb-481b-bd53-af978448beb2" providerId="ADAL" clId="{630E5EF7-4E0E-4B25-899C-BF5C2FFB5156}" dt="2026-04-29T02:43:00.819" v="0" actId="478"/>
          <ac:picMkLst>
            <pc:docMk/>
            <pc:sldMk cId="2478767959" sldId="256"/>
            <ac:picMk id="15" creationId="{9BB1BC5A-8F81-37A9-2FD0-C6B0842A7D27}"/>
          </ac:picMkLst>
        </pc:picChg>
        <pc:picChg chg="del">
          <ac:chgData name="Holt, Brennan, E. CDT (EDU)" userId="976121be-3fdb-481b-bd53-af978448beb2" providerId="ADAL" clId="{630E5EF7-4E0E-4B25-899C-BF5C2FFB5156}" dt="2026-04-29T02:43:01.707" v="1" actId="478"/>
          <ac:picMkLst>
            <pc:docMk/>
            <pc:sldMk cId="2478767959" sldId="256"/>
            <ac:picMk id="17" creationId="{CEF3C81E-6E08-074F-4FDB-3CBEA5F33283}"/>
          </ac:picMkLst>
        </pc:picChg>
        <pc:picChg chg="add mod">
          <ac:chgData name="Holt, Brennan, E. CDT (EDU)" userId="976121be-3fdb-481b-bd53-af978448beb2" providerId="ADAL" clId="{630E5EF7-4E0E-4B25-899C-BF5C2FFB5156}" dt="2026-04-29T02:43:37.199" v="6" actId="1076"/>
          <ac:picMkLst>
            <pc:docMk/>
            <pc:sldMk cId="2478767959" sldId="256"/>
            <ac:picMk id="19" creationId="{CDE5EFE3-851B-83D4-D281-C42AB8483140}"/>
          </ac:picMkLst>
        </pc:picChg>
        <pc:picChg chg="add mod">
          <ac:chgData name="Holt, Brennan, E. CDT (EDU)" userId="976121be-3fdb-481b-bd53-af978448beb2" providerId="ADAL" clId="{630E5EF7-4E0E-4B25-899C-BF5C2FFB5156}" dt="2026-04-29T02:44:07.844" v="10" actId="1076"/>
          <ac:picMkLst>
            <pc:docMk/>
            <pc:sldMk cId="2478767959" sldId="256"/>
            <ac:picMk id="21" creationId="{5B97F6D2-01CD-A93C-6E0A-EABF5B983FE9}"/>
          </ac:picMkLst>
        </pc:picChg>
        <pc:picChg chg="add mod">
          <ac:chgData name="Holt, Brennan, E. CDT (EDU)" userId="976121be-3fdb-481b-bd53-af978448beb2" providerId="ADAL" clId="{630E5EF7-4E0E-4B25-899C-BF5C2FFB5156}" dt="2026-04-29T02:50:43.463" v="15" actId="14100"/>
          <ac:picMkLst>
            <pc:docMk/>
            <pc:sldMk cId="2478767959" sldId="256"/>
            <ac:picMk id="23" creationId="{98BF2B3D-D6A7-0B44-C19D-0ABFB297C852}"/>
          </ac:picMkLst>
        </pc:picChg>
      </pc:sldChg>
    </pc:docChg>
  </pc:docChgLst>
  <pc:docChgLst>
    <pc:chgData name="Edmonds, Levi, A. CDT (EDU)" userId="S::levi.a.edmonds@uscga.edu::726a4f9e-a7b6-4cd1-909c-56511f60f9b8" providerId="AD" clId="Web-{D040D512-EB9C-5B4C-A671-CE0141D6DBAD}"/>
    <pc:docChg chg="modSld">
      <pc:chgData name="Edmonds, Levi, A. CDT (EDU)" userId="S::levi.a.edmonds@uscga.edu::726a4f9e-a7b6-4cd1-909c-56511f60f9b8" providerId="AD" clId="Web-{D040D512-EB9C-5B4C-A671-CE0141D6DBAD}" dt="2026-04-29T00:47:27.871" v="61" actId="20577"/>
      <pc:docMkLst>
        <pc:docMk/>
      </pc:docMkLst>
      <pc:sldChg chg="modSp">
        <pc:chgData name="Edmonds, Levi, A. CDT (EDU)" userId="S::levi.a.edmonds@uscga.edu::726a4f9e-a7b6-4cd1-909c-56511f60f9b8" providerId="AD" clId="Web-{D040D512-EB9C-5B4C-A671-CE0141D6DBAD}" dt="2026-04-29T00:47:27.871" v="61" actId="20577"/>
        <pc:sldMkLst>
          <pc:docMk/>
          <pc:sldMk cId="2478767959" sldId="256"/>
        </pc:sldMkLst>
        <pc:spChg chg="mod">
          <ac:chgData name="Edmonds, Levi, A. CDT (EDU)" userId="S::levi.a.edmonds@uscga.edu::726a4f9e-a7b6-4cd1-909c-56511f60f9b8" providerId="AD" clId="Web-{D040D512-EB9C-5B4C-A671-CE0141D6DBAD}" dt="2026-04-29T00:44:58.647" v="15" actId="20577"/>
          <ac:spMkLst>
            <pc:docMk/>
            <pc:sldMk cId="2478767959" sldId="256"/>
            <ac:spMk id="6" creationId="{2099CDA1-6C0A-DF3D-B069-09BE87F0C941}"/>
          </ac:spMkLst>
        </pc:spChg>
        <pc:spChg chg="mod">
          <ac:chgData name="Edmonds, Levi, A. CDT (EDU)" userId="S::levi.a.edmonds@uscga.edu::726a4f9e-a7b6-4cd1-909c-56511f60f9b8" providerId="AD" clId="Web-{D040D512-EB9C-5B4C-A671-CE0141D6DBAD}" dt="2026-04-29T00:47:27.871" v="61" actId="20577"/>
          <ac:spMkLst>
            <pc:docMk/>
            <pc:sldMk cId="2478767959" sldId="256"/>
            <ac:spMk id="7" creationId="{0E4BC430-9E0A-0933-82A8-DC431303C8D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4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2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9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9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5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7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6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1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3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49F31-73BE-46B5-90B6-A52AECA1012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C9D7A-2C9B-4815-9607-7C20CC954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96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55DC3-3789-90AE-006E-2DB476209798}"/>
              </a:ext>
            </a:extLst>
          </p:cNvPr>
          <p:cNvSpPr txBox="1"/>
          <p:nvPr/>
        </p:nvSpPr>
        <p:spPr>
          <a:xfrm>
            <a:off x="1929384" y="173736"/>
            <a:ext cx="894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EDA From Your Terminal</a:t>
            </a:r>
          </a:p>
          <a:p>
            <a:pPr algn="ctr"/>
            <a:r>
              <a:rPr lang="en-US" dirty="0"/>
              <a:t>By: Brennan Holt and Levi Edmonds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9E380-793D-C924-3E82-72E4BAFEAD73}"/>
              </a:ext>
            </a:extLst>
          </p:cNvPr>
          <p:cNvSpPr txBox="1"/>
          <p:nvPr/>
        </p:nvSpPr>
        <p:spPr>
          <a:xfrm>
            <a:off x="484632" y="813816"/>
            <a:ext cx="394106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Goal:</a:t>
            </a:r>
          </a:p>
          <a:p>
            <a:r>
              <a:rPr lang="en-US" sz="1500" dirty="0"/>
              <a:t>Our project builds a terminal user interface (TUI) for exploratory data analysis. The goal is to let the user: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Load csv and excel datasets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Inspect file structure and column information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View basic dataset summaries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Choose columns for plotting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Generate simple visualizations in the terminal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9CDA1-6C0A-DF3D-B069-09BE87F0C941}"/>
              </a:ext>
            </a:extLst>
          </p:cNvPr>
          <p:cNvSpPr txBox="1"/>
          <p:nvPr/>
        </p:nvSpPr>
        <p:spPr>
          <a:xfrm>
            <a:off x="8607552" y="848606"/>
            <a:ext cx="3584448" cy="1246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Data:</a:t>
            </a:r>
          </a:p>
          <a:p>
            <a:r>
              <a:rPr lang="en-US" sz="1500" dirty="0"/>
              <a:t>Our data is Table of structured data in a .csv or .xlsx format. The files are stored in a data/ folder. We obtained the data from </a:t>
            </a:r>
            <a:r>
              <a:rPr lang="en-US" sz="1500"/>
              <a:t>Our World in Data</a:t>
            </a:r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BC430-9E0A-0933-82A8-DC431303C8DE}"/>
              </a:ext>
            </a:extLst>
          </p:cNvPr>
          <p:cNvSpPr txBox="1"/>
          <p:nvPr/>
        </p:nvSpPr>
        <p:spPr>
          <a:xfrm>
            <a:off x="484632" y="3941064"/>
            <a:ext cx="3941064" cy="29084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dirty="0"/>
              <a:t>Workflow:</a:t>
            </a:r>
          </a:p>
          <a:p>
            <a:r>
              <a:rPr lang="en-US" sz="1500" dirty="0"/>
              <a:t>Select File -&gt; Load/Convert Data -&gt; Parse Columns -&gt; Inspect Stats -&gt; Choose x/y -&gt; Select Plot Type -&gt; Make Plot</a:t>
            </a:r>
          </a:p>
          <a:p>
            <a:endParaRPr lang="en-US" sz="1500" dirty="0"/>
          </a:p>
          <a:p>
            <a:r>
              <a:rPr lang="en-US" sz="1500" dirty="0"/>
              <a:t>Useful Code:</a:t>
            </a:r>
          </a:p>
          <a:p>
            <a:r>
              <a:rPr lang="en-US" sz="1500" dirty="0" err="1"/>
              <a:t>FilteredDirectoryTree</a:t>
            </a:r>
            <a:r>
              <a:rPr lang="en-US" sz="1500" dirty="0"/>
              <a:t>: restricts selectable files to csv or excel</a:t>
            </a:r>
          </a:p>
          <a:p>
            <a:r>
              <a:rPr lang="en-US" sz="1500" dirty="0"/>
              <a:t>Textual: TUI layout and controls</a:t>
            </a:r>
          </a:p>
          <a:p>
            <a:r>
              <a:rPr lang="en-US" sz="1500" dirty="0" err="1"/>
              <a:t>Plotext</a:t>
            </a:r>
            <a:r>
              <a:rPr lang="en-US" sz="1500" dirty="0"/>
              <a:t>/</a:t>
            </a:r>
            <a:r>
              <a:rPr lang="en-US" sz="1500" dirty="0" err="1"/>
              <a:t>textual_plotext</a:t>
            </a:r>
            <a:r>
              <a:rPr lang="en-US" sz="1500" dirty="0"/>
              <a:t>: terminal plotting</a:t>
            </a:r>
          </a:p>
          <a:p>
            <a:endParaRPr lang="en-US" sz="15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0721F-EE22-D967-A7CA-216648D3D7DC}"/>
              </a:ext>
            </a:extLst>
          </p:cNvPr>
          <p:cNvSpPr txBox="1"/>
          <p:nvPr/>
        </p:nvSpPr>
        <p:spPr>
          <a:xfrm>
            <a:off x="4818888" y="1892808"/>
            <a:ext cx="270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4BCD4-3A86-1EAB-5CD8-98BF2297F200}"/>
              </a:ext>
            </a:extLst>
          </p:cNvPr>
          <p:cNvSpPr txBox="1"/>
          <p:nvPr/>
        </p:nvSpPr>
        <p:spPr>
          <a:xfrm>
            <a:off x="8607552" y="2463736"/>
            <a:ext cx="29382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Reflection:</a:t>
            </a:r>
          </a:p>
          <a:p>
            <a:r>
              <a:rPr lang="en-US" sz="1500" dirty="0"/>
              <a:t>What worked well: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Textual allowed for clean, usable interface</a:t>
            </a:r>
          </a:p>
          <a:p>
            <a:pPr marL="285750" indent="-285750">
              <a:buFontTx/>
              <a:buChar char="-"/>
            </a:pPr>
            <a:r>
              <a:rPr lang="en-US" sz="1500" dirty="0" err="1"/>
              <a:t>DirectoryTree</a:t>
            </a:r>
            <a:r>
              <a:rPr lang="en-US" sz="1500" dirty="0"/>
              <a:t> allowed for selection of excel or csv files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File stats and headers improved usability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Plotting in terminal created a smooth workflow</a:t>
            </a:r>
          </a:p>
          <a:p>
            <a:r>
              <a:rPr lang="en-US" sz="1500" dirty="0"/>
              <a:t>Challenges: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Large data sets can freeze the TUI</a:t>
            </a:r>
          </a:p>
          <a:p>
            <a:r>
              <a:rPr lang="en-US" sz="1500" dirty="0"/>
              <a:t>Improvements: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make plotting work better with larger datasets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Allow for more summary stats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Allow for export of plots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E5EFE3-851B-83D4-D281-C42AB848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83" y="4730925"/>
            <a:ext cx="4155634" cy="6420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97F6D2-01CD-A93C-6E0A-EABF5B983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83" y="5385431"/>
            <a:ext cx="4133553" cy="688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BF2B3D-D6A7-0B44-C19D-0ABFB297C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83" y="2203401"/>
            <a:ext cx="4133553" cy="25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6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1600</TotalTime>
  <Words>216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Holt, Brennan, E. CDT (EDU)</dc:creator>
  <cp:lastModifiedBy>Holt, Brennan, E. CDT (EDU)</cp:lastModifiedBy>
  <cp:revision>1</cp:revision>
  <dcterms:created xsi:type="dcterms:W3CDTF">2026-04-28T00:11:08Z</dcterms:created>
  <dcterms:modified xsi:type="dcterms:W3CDTF">2026-04-29T02:51:13Z</dcterms:modified>
</cp:coreProperties>
</file>