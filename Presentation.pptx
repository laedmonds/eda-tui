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347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129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693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997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256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071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337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267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837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710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232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749F31-73BE-46B5-90B6-A52AECA1012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6963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E55DC3-3789-90AE-006E-2DB476209798}"/>
              </a:ext>
            </a:extLst>
          </p:cNvPr>
          <p:cNvSpPr txBox="1"/>
          <p:nvPr/>
        </p:nvSpPr>
        <p:spPr>
          <a:xfrm>
            <a:off x="1929384" y="173736"/>
            <a:ext cx="8942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EDA From Your Terminal</a:t>
            </a:r>
          </a:p>
          <a:p>
            <a:pPr algn="ctr"/>
            <a:r>
              <a:rPr lang="en-US" dirty="0"/>
              <a:t>By: Brennan Holt and Levi Edmonds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39E380-793D-C924-3E82-72E4BAFEAD73}"/>
              </a:ext>
            </a:extLst>
          </p:cNvPr>
          <p:cNvSpPr txBox="1"/>
          <p:nvPr/>
        </p:nvSpPr>
        <p:spPr>
          <a:xfrm>
            <a:off x="484632" y="813816"/>
            <a:ext cx="3941064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Goal:</a:t>
            </a:r>
          </a:p>
          <a:p>
            <a:r>
              <a:rPr lang="en-US" sz="1500" dirty="0"/>
              <a:t>Our project builds a terminal user interface (TUI) for exploratory data analysis. The goal is to let the user:</a:t>
            </a:r>
          </a:p>
          <a:p>
            <a:pPr marL="285750" indent="-285750">
              <a:buFontTx/>
              <a:buChar char="-"/>
            </a:pPr>
            <a:r>
              <a:rPr lang="en-US" sz="1500" dirty="0"/>
              <a:t>Load csv and excel datasets</a:t>
            </a:r>
          </a:p>
          <a:p>
            <a:pPr marL="285750" indent="-285750">
              <a:buFontTx/>
              <a:buChar char="-"/>
            </a:pPr>
            <a:r>
              <a:rPr lang="en-US" sz="1500" dirty="0"/>
              <a:t>Inspect file structure and column information</a:t>
            </a:r>
          </a:p>
          <a:p>
            <a:pPr marL="285750" indent="-285750">
              <a:buFontTx/>
              <a:buChar char="-"/>
            </a:pPr>
            <a:r>
              <a:rPr lang="en-US" sz="1500" dirty="0"/>
              <a:t>View basic dataset summaries</a:t>
            </a:r>
          </a:p>
          <a:p>
            <a:pPr marL="285750" indent="-285750">
              <a:buFontTx/>
              <a:buChar char="-"/>
            </a:pPr>
            <a:r>
              <a:rPr lang="en-US" sz="1500" dirty="0"/>
              <a:t>Choose columns for plotting</a:t>
            </a:r>
          </a:p>
          <a:p>
            <a:pPr marL="285750" indent="-285750">
              <a:buFontTx/>
              <a:buChar char="-"/>
            </a:pPr>
            <a:r>
              <a:rPr lang="en-US" sz="1500" dirty="0"/>
              <a:t>Generate simple visualizations in the terminal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99CDA1-6C0A-DF3D-B069-09BE87F0C941}"/>
              </a:ext>
            </a:extLst>
          </p:cNvPr>
          <p:cNvSpPr txBox="1"/>
          <p:nvPr/>
        </p:nvSpPr>
        <p:spPr>
          <a:xfrm>
            <a:off x="8607552" y="848606"/>
            <a:ext cx="3584448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Data:</a:t>
            </a:r>
          </a:p>
          <a:p>
            <a:r>
              <a:rPr lang="en-US" sz="1500" dirty="0"/>
              <a:t>Our data is Table of structured data in a .csv or .xlsx format. The files are stored in a data/ folder. We obtained the data from “BLANK.”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4BC430-9E0A-0933-82A8-DC431303C8DE}"/>
              </a:ext>
            </a:extLst>
          </p:cNvPr>
          <p:cNvSpPr txBox="1"/>
          <p:nvPr/>
        </p:nvSpPr>
        <p:spPr>
          <a:xfrm>
            <a:off x="484632" y="3941064"/>
            <a:ext cx="3941064" cy="290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Workflow:</a:t>
            </a:r>
          </a:p>
          <a:p>
            <a:r>
              <a:rPr lang="en-US" sz="1500" dirty="0"/>
              <a:t>Select File -&gt; Load/Convert Data -&gt; Parse Columns -&gt; Inspect Stats -&gt; Choose x/y -&gt; Select Plot Type -&gt; Make Plot</a:t>
            </a:r>
          </a:p>
          <a:p>
            <a:endParaRPr lang="en-US" sz="1500" dirty="0"/>
          </a:p>
          <a:p>
            <a:r>
              <a:rPr lang="en-US" sz="1500" dirty="0"/>
              <a:t>Useful Code:</a:t>
            </a:r>
          </a:p>
          <a:p>
            <a:r>
              <a:rPr lang="en-US" sz="1500" dirty="0" err="1"/>
              <a:t>FilteredDirectoryTree</a:t>
            </a:r>
            <a:r>
              <a:rPr lang="en-US" sz="1500" dirty="0"/>
              <a:t>: restricts selectable files to csv or excel</a:t>
            </a:r>
          </a:p>
          <a:p>
            <a:r>
              <a:rPr lang="en-US" sz="1500" dirty="0"/>
              <a:t>Textual: TUI layout and controls</a:t>
            </a:r>
          </a:p>
          <a:p>
            <a:r>
              <a:rPr lang="en-US" sz="1500" dirty="0" err="1"/>
              <a:t>Plotext</a:t>
            </a:r>
            <a:r>
              <a:rPr lang="en-US" sz="1500" dirty="0"/>
              <a:t>/</a:t>
            </a:r>
            <a:r>
              <a:rPr lang="en-US" sz="1500" dirty="0" err="1"/>
              <a:t>textual_plotext</a:t>
            </a:r>
            <a:r>
              <a:rPr lang="en-US" sz="1500" dirty="0"/>
              <a:t>: terminal plotting</a:t>
            </a:r>
          </a:p>
          <a:p>
            <a:endParaRPr lang="en-US" sz="1500" dirty="0"/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50721F-EE22-D967-A7CA-216648D3D7DC}"/>
              </a:ext>
            </a:extLst>
          </p:cNvPr>
          <p:cNvSpPr txBox="1"/>
          <p:nvPr/>
        </p:nvSpPr>
        <p:spPr>
          <a:xfrm>
            <a:off x="4818888" y="1892808"/>
            <a:ext cx="2706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Results: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44BCD4-3A86-1EAB-5CD8-98BF2297F200}"/>
              </a:ext>
            </a:extLst>
          </p:cNvPr>
          <p:cNvSpPr txBox="1"/>
          <p:nvPr/>
        </p:nvSpPr>
        <p:spPr>
          <a:xfrm>
            <a:off x="8607552" y="2463736"/>
            <a:ext cx="293827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Reflection:</a:t>
            </a:r>
          </a:p>
          <a:p>
            <a:r>
              <a:rPr lang="en-US" sz="1500" dirty="0"/>
              <a:t>What worked well:</a:t>
            </a:r>
          </a:p>
          <a:p>
            <a:pPr marL="285750" indent="-285750">
              <a:buFontTx/>
              <a:buChar char="-"/>
            </a:pPr>
            <a:r>
              <a:rPr lang="en-US" sz="1500" dirty="0"/>
              <a:t>Textual allowed for clean, usable interface</a:t>
            </a:r>
          </a:p>
          <a:p>
            <a:pPr marL="285750" indent="-285750">
              <a:buFontTx/>
              <a:buChar char="-"/>
            </a:pPr>
            <a:r>
              <a:rPr lang="en-US" sz="1500" dirty="0" err="1"/>
              <a:t>DirectoryTree</a:t>
            </a:r>
            <a:r>
              <a:rPr lang="en-US" sz="1500" dirty="0"/>
              <a:t> allowed for selection of excel or csv files</a:t>
            </a:r>
          </a:p>
          <a:p>
            <a:pPr marL="285750" indent="-285750">
              <a:buFontTx/>
              <a:buChar char="-"/>
            </a:pPr>
            <a:r>
              <a:rPr lang="en-US" sz="1500" dirty="0"/>
              <a:t>File stats and headers improved usability</a:t>
            </a:r>
          </a:p>
          <a:p>
            <a:pPr marL="285750" indent="-285750">
              <a:buFontTx/>
              <a:buChar char="-"/>
            </a:pPr>
            <a:r>
              <a:rPr lang="en-US" sz="1500" dirty="0"/>
              <a:t>Plotting in terminal created a smooth workflow</a:t>
            </a:r>
          </a:p>
          <a:p>
            <a:r>
              <a:rPr lang="en-US" sz="1500" dirty="0"/>
              <a:t>Challenges:</a:t>
            </a:r>
          </a:p>
          <a:p>
            <a:pPr marL="285750" indent="-285750">
              <a:buFontTx/>
              <a:buChar char="-"/>
            </a:pPr>
            <a:r>
              <a:rPr lang="en-US" sz="1500" dirty="0"/>
              <a:t>Large data sets can freeze the TUI</a:t>
            </a:r>
          </a:p>
          <a:p>
            <a:r>
              <a:rPr lang="en-US" sz="1500" dirty="0"/>
              <a:t>Improvements:</a:t>
            </a:r>
          </a:p>
          <a:p>
            <a:pPr marL="285750" indent="-285750">
              <a:buFontTx/>
              <a:buChar char="-"/>
            </a:pPr>
            <a:r>
              <a:rPr lang="en-US" sz="1500" dirty="0"/>
              <a:t>make plotting work better with larger datasets</a:t>
            </a:r>
          </a:p>
          <a:p>
            <a:pPr marL="285750" indent="-285750">
              <a:buFontTx/>
              <a:buChar char="-"/>
            </a:pPr>
            <a:r>
              <a:rPr lang="en-US" sz="1500" dirty="0"/>
              <a:t>Allow for more summary stats</a:t>
            </a:r>
          </a:p>
          <a:p>
            <a:pPr marL="285750" indent="-285750">
              <a:buFontTx/>
              <a:buChar char="-"/>
            </a:pPr>
            <a:r>
              <a:rPr lang="en-US" sz="1500" dirty="0"/>
              <a:t>Allow for export of plots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242609-08D3-2AB7-FEE1-232BB9D52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064" y="2296961"/>
            <a:ext cx="4155634" cy="246337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36B437C-3B03-B310-D4D2-71EC7C852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5063" y="4609766"/>
            <a:ext cx="4155635" cy="64633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BB1BC5A-8F81-37A9-2FD0-C6B0842A7D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2981" y="5828770"/>
            <a:ext cx="4155635" cy="6354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EF3C81E-6E08-074F-4FDB-3CBEA5F332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2982" y="5243730"/>
            <a:ext cx="4155635" cy="621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7679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1461</TotalTime>
  <Words>215</Words>
  <Application>Microsoft Office PowerPoint</Application>
  <PresentationFormat>Widescreen</PresentationFormat>
  <Paragraphs>31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Holt, Brennan, E. CDT (EDU)</dc:creator>
  <cp:lastModifiedBy>Holt, Brennan, E. CDT (EDU)</cp:lastModifiedBy>
  <cp:revision>1</cp:revision>
  <dcterms:created xsi:type="dcterms:W3CDTF">2026-04-28T00:11:08Z</dcterms:created>
  <dcterms:modified xsi:type="dcterms:W3CDTF">2026-04-29T00:32:46Z</dcterms:modified>
</cp:coreProperties>
</file>